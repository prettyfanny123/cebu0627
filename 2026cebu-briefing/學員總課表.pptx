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7559345" cy="10687507"/>
  <p:notesSz cx="10687507" cy="755934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65836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D47A1"/>
                </a:solidFill>
              </a:rPr>
              <a:t>宿霧英語研修 學員總課表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2011680"/>
            <a:ext cx="6583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66666"/>
                </a:solidFill>
              </a:rPr>
              <a:t>學習期間：7/2（四）～ 7/10（五）・週一至五・共 7 個上課日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2560320"/>
            <a:ext cx="6583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88888"/>
                </a:solidFill>
              </a:rPr>
              <a:t>最少師資 9 位：口說 1:1×4 ＋ 寫作 1:1×4 ＋ 團體×1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3200400"/>
            <a:ext cx="6583680" cy="36576"/>
          </a:xfrm>
          <a:prstGeom prst="rect">
            <a:avLst/>
          </a:prstGeom>
          <a:solidFill>
            <a:srgbClr val="0D47A1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3474720"/>
            <a:ext cx="6583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47A1"/>
                </a:solidFill>
              </a:rPr>
              <a:t>每日每人</a:t>
            </a:r>
            <a:endParaRPr lang="en-US" sz="16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377440" y="4114800"/>
          <a:ext cx="274320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640080"/>
                <a:gridCol w="91440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項目</a:t>
                      </a:r>
                      <a:endParaRPr lang="en-US" sz="10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47A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堂數</a:t>
                      </a:r>
                      <a:endParaRPr lang="en-US" sz="10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47A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時數</a:t>
                      </a:r>
                      <a:endParaRPr lang="en-US" sz="10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47A1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口說 1:1</a:t>
                      </a:r>
                      <a:endParaRPr lang="en-US" sz="10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 堂</a:t>
                      </a:r>
                      <a:endParaRPr lang="en-US" sz="10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120 分</a:t>
                      </a:r>
                      <a:endParaRPr lang="en-US" sz="10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寫作 1:1</a:t>
                      </a:r>
                      <a:endParaRPr lang="en-US" sz="10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 堂</a:t>
                      </a:r>
                      <a:endParaRPr lang="en-US" sz="10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120 分</a:t>
                      </a:r>
                      <a:endParaRPr lang="en-US" sz="10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團體課</a:t>
                      </a:r>
                      <a:endParaRPr lang="en-US" sz="10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 堂</a:t>
                      </a:r>
                      <a:endParaRPr lang="en-US" sz="10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120 分</a:t>
                      </a:r>
                      <a:endParaRPr lang="en-US" sz="10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自修</a:t>
                      </a:r>
                      <a:endParaRPr lang="en-US" sz="10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 堂</a:t>
                      </a:r>
                      <a:endParaRPr lang="en-US" sz="10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120 分</a:t>
                      </a:r>
                      <a:endParaRPr lang="en-US" sz="10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57200" y="5943600"/>
            <a:ext cx="6583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333333"/>
                </a:solidFill>
              </a:rPr>
              <a:t>愷晴・愷甯・沛沛・棣・皓宸・皓宇・Alice・奕安・言穆・樂樂・Emily・Johnny・宏森・駿睿・昱臣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457200" y="9144000"/>
            <a:ext cx="6583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99999"/>
                </a:solidFill>
              </a:rPr>
              <a:t>鹿鹿fun學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137160"/>
            <a:ext cx="6949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47A1"/>
                </a:solidFill>
              </a:rPr>
              <a:t>⏰ 每日課表（每堂 60 分鐘）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274320" y="594360"/>
            <a:ext cx="6949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</a:rPr>
              <a:t>08:00–12:00（4 堂）・午餐 12:00–13:00・13:00–17:00（4 堂）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274320" y="868680"/>
            <a:ext cx="6949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</a:rPr>
              <a:t>每時段口說 1:1（4 位老師）＋ 寫作 1:1（4 位老師）＋ 團體（1 位老師）</a:t>
            </a:r>
            <a:endParaRPr lang="en-US" sz="9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1280160"/>
          <a:ext cx="722376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2011680"/>
                <a:gridCol w="2011680"/>
                <a:gridCol w="1828800"/>
              </a:tblGrid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時段</a:t>
                      </a:r>
                      <a:endParaRPr lang="en-US" sz="800" dirty="0"/>
                    </a:p>
                  </a:txBody>
                  <a:tcPr marL="50800" marR="50800" marT="25400" marB="25400">
                    <a:lnL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47A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口說 1:1（4 位老師）</a:t>
                      </a:r>
                      <a:endParaRPr lang="en-US" sz="700" dirty="0"/>
                    </a:p>
                  </a:txBody>
                  <a:tcPr marL="50800" marR="50800" marT="25400" marB="25400">
                    <a:lnL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5E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寫作 1:1（4 位老師）</a:t>
                      </a:r>
                      <a:endParaRPr lang="en-US" sz="700" dirty="0"/>
                    </a:p>
                  </a:txBody>
                  <a:tcPr marL="50800" marR="50800" marT="25400" marB="25400">
                    <a:lnL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5C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團體（1 位老師）</a:t>
                      </a:r>
                      <a:endParaRPr lang="en-US" sz="700" dirty="0"/>
                    </a:p>
                  </a:txBody>
                  <a:tcPr marL="50800" marR="50800" marT="25400" marB="25400">
                    <a:lnL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5100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D47A1"/>
                          </a:solidFill>
                        </a:rPr>
                        <a:t>08:00-09:00</a:t>
                      </a:r>
                      <a:endParaRPr lang="en-US" sz="700" dirty="0"/>
                    </a:p>
                  </a:txBody>
                  <a:tcPr marL="50800" marR="50800" marT="25400" marB="25400" anchor="ctr">
                    <a:lnL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愷晴　愷甯　沛沛　棣</a:t>
                      </a:r>
                      <a:endParaRPr lang="en-US" sz="700" dirty="0"/>
                    </a:p>
                  </a:txBody>
                  <a:tcPr marL="50800" marR="50800" marT="25400" marB="25400" anchor="ctr">
                    <a:lnL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皓宸　皓宇　Alice　奕安</a:t>
                      </a:r>
                      <a:endParaRPr lang="en-US" sz="700" dirty="0"/>
                    </a:p>
                  </a:txBody>
                  <a:tcPr marL="50800" marR="50800" marT="25400" marB="25400" anchor="ctr">
                    <a:lnL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言穆　樂樂　Emily　Johnny　宏森　駿睿　昱臣</a:t>
                      </a:r>
                      <a:endParaRPr lang="en-US" sz="700" dirty="0"/>
                    </a:p>
                  </a:txBody>
                  <a:tcPr marL="50800" marR="50800" marT="25400" marB="25400" anchor="ctr">
                    <a:lnL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4EC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D47A1"/>
                          </a:solidFill>
                        </a:rPr>
                        <a:t>09:00-10:00</a:t>
                      </a:r>
                      <a:endParaRPr lang="en-US" sz="700" dirty="0"/>
                    </a:p>
                  </a:txBody>
                  <a:tcPr marL="50800" marR="50800" marT="25400" marB="25400" anchor="ctr">
                    <a:lnL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皓宸　皓宇　Alice　奕安</a:t>
                      </a:r>
                      <a:endParaRPr lang="en-US" sz="700" dirty="0"/>
                    </a:p>
                  </a:txBody>
                  <a:tcPr marL="50800" marR="50800" marT="25400" marB="25400" anchor="ctr">
                    <a:lnL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愷晴　愷甯　沛沛　棣</a:t>
                      </a:r>
                      <a:endParaRPr lang="en-US" sz="700" dirty="0"/>
                    </a:p>
                  </a:txBody>
                  <a:tcPr marL="50800" marR="50800" marT="25400" marB="25400" anchor="ctr">
                    <a:lnL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言穆　樂樂　Emily　Johnny　宏森　駿睿　昱臣</a:t>
                      </a:r>
                      <a:endParaRPr lang="en-US" sz="700" dirty="0"/>
                    </a:p>
                  </a:txBody>
                  <a:tcPr marL="50800" marR="50800" marT="25400" marB="25400" anchor="ctr">
                    <a:lnL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4EC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D47A1"/>
                          </a:solidFill>
                        </a:rPr>
                        <a:t>10:00-11:00</a:t>
                      </a:r>
                      <a:endParaRPr lang="en-US" sz="700" dirty="0"/>
                    </a:p>
                  </a:txBody>
                  <a:tcPr marL="50800" marR="50800" marT="25400" marB="25400" anchor="ctr">
                    <a:lnL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言穆　樂樂　Emily　Johnny</a:t>
                      </a:r>
                      <a:endParaRPr lang="en-US" sz="700" dirty="0"/>
                    </a:p>
                  </a:txBody>
                  <a:tcPr marL="50800" marR="50800" marT="25400" marB="25400" anchor="ctr">
                    <a:lnL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宏森　駿睿　昱臣　愷晴</a:t>
                      </a:r>
                      <a:endParaRPr lang="en-US" sz="700" dirty="0"/>
                    </a:p>
                  </a:txBody>
                  <a:tcPr marL="50800" marR="50800" marT="25400" marB="25400" anchor="ctr">
                    <a:lnL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愷甯　沛沛　棣　皓宸　皓宇　Alice　奕安</a:t>
                      </a:r>
                      <a:endParaRPr lang="en-US" sz="700" dirty="0"/>
                    </a:p>
                  </a:txBody>
                  <a:tcPr marL="50800" marR="50800" marT="25400" marB="25400" anchor="ctr">
                    <a:lnL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4EC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D47A1"/>
                          </a:solidFill>
                        </a:rPr>
                        <a:t>11:00-12:00</a:t>
                      </a:r>
                      <a:endParaRPr lang="en-US" sz="700" dirty="0"/>
                    </a:p>
                  </a:txBody>
                  <a:tcPr marL="50800" marR="50800" marT="25400" marB="25400" anchor="ctr">
                    <a:lnL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宏森　駿睿　昱臣　愷晴</a:t>
                      </a:r>
                      <a:endParaRPr lang="en-US" sz="700" dirty="0"/>
                    </a:p>
                  </a:txBody>
                  <a:tcPr marL="50800" marR="50800" marT="25400" marB="25400" anchor="ctr">
                    <a:lnL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言穆　樂樂　Emily　Johnny</a:t>
                      </a:r>
                      <a:endParaRPr lang="en-US" sz="700" dirty="0"/>
                    </a:p>
                  </a:txBody>
                  <a:tcPr marL="50800" marR="50800" marT="25400" marB="25400" anchor="ctr">
                    <a:lnL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愷甯　沛沛　棣　皓宸　皓宇　Alice　奕安</a:t>
                      </a:r>
                      <a:endParaRPr lang="en-US" sz="700" dirty="0"/>
                    </a:p>
                  </a:txBody>
                  <a:tcPr marL="50800" marR="50800" marT="25400" marB="25400" anchor="ctr">
                    <a:lnL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4EC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D47A1"/>
                          </a:solidFill>
                        </a:rPr>
                        <a:t>13:00-14:00</a:t>
                      </a:r>
                      <a:endParaRPr lang="en-US" sz="700" dirty="0"/>
                    </a:p>
                  </a:txBody>
                  <a:tcPr marL="50800" marR="50800" marT="25400" marB="25400" anchor="ctr">
                    <a:lnL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愷甯　沛沛　棣　皓宸</a:t>
                      </a:r>
                      <a:endParaRPr lang="en-US" sz="700" dirty="0"/>
                    </a:p>
                  </a:txBody>
                  <a:tcPr marL="50800" marR="50800" marT="25400" marB="25400" anchor="ctr">
                    <a:lnL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皓宇　Alice　奕安　言穆</a:t>
                      </a:r>
                      <a:endParaRPr lang="en-US" sz="700" dirty="0"/>
                    </a:p>
                  </a:txBody>
                  <a:tcPr marL="50800" marR="50800" marT="25400" marB="25400" anchor="ctr">
                    <a:lnL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愷晴　樂樂　Emily　Johnny　宏森　駿睿　昱臣</a:t>
                      </a:r>
                      <a:endParaRPr lang="en-US" sz="700" dirty="0"/>
                    </a:p>
                  </a:txBody>
                  <a:tcPr marL="50800" marR="50800" marT="25400" marB="25400" anchor="ctr">
                    <a:lnL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4EC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D47A1"/>
                          </a:solidFill>
                        </a:rPr>
                        <a:t>14:00-15:00</a:t>
                      </a:r>
                      <a:endParaRPr lang="en-US" sz="700" dirty="0"/>
                    </a:p>
                  </a:txBody>
                  <a:tcPr marL="50800" marR="50800" marT="25400" marB="25400" anchor="ctr">
                    <a:lnL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皓宇　Alice　奕安</a:t>
                      </a:r>
                      <a:endParaRPr lang="en-US" sz="700" dirty="0"/>
                    </a:p>
                  </a:txBody>
                  <a:tcPr marL="50800" marR="50800" marT="25400" marB="25400" anchor="ctr">
                    <a:lnL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愷甯　沛沛　棣</a:t>
                      </a:r>
                      <a:endParaRPr lang="en-US" sz="700" dirty="0"/>
                    </a:p>
                  </a:txBody>
                  <a:tcPr marL="50800" marR="50800" marT="25400" marB="25400" anchor="ctr">
                    <a:lnL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愷晴　皓宸　言穆　樂樂　Emily　Johnny　宏森　駿睿　昱臣</a:t>
                      </a:r>
                      <a:endParaRPr lang="en-US" sz="700" dirty="0"/>
                    </a:p>
                  </a:txBody>
                  <a:tcPr marL="50800" marR="50800" marT="25400" marB="25400" anchor="ctr">
                    <a:lnL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4EC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D47A1"/>
                          </a:solidFill>
                        </a:rPr>
                        <a:t>15:00-16:00</a:t>
                      </a:r>
                      <a:endParaRPr lang="en-US" sz="700" dirty="0"/>
                    </a:p>
                  </a:txBody>
                  <a:tcPr marL="50800" marR="50800" marT="25400" marB="25400" anchor="ctr">
                    <a:lnL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言穆　樂樂　Emily　Johnny</a:t>
                      </a:r>
                      <a:endParaRPr lang="en-US" sz="700" dirty="0"/>
                    </a:p>
                  </a:txBody>
                  <a:tcPr marL="50800" marR="50800" marT="25400" marB="25400" anchor="ctr">
                    <a:lnL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皓宸　宏森　駿睿　昱臣</a:t>
                      </a:r>
                      <a:endParaRPr lang="en-US" sz="700" dirty="0"/>
                    </a:p>
                  </a:txBody>
                  <a:tcPr marL="50800" marR="50800" marT="25400" marB="25400" anchor="ctr">
                    <a:lnL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愷晴　愷甯　沛沛　棣　皓宇　Alice　奕安</a:t>
                      </a:r>
                      <a:endParaRPr lang="en-US" sz="700" dirty="0"/>
                    </a:p>
                  </a:txBody>
                  <a:tcPr marL="50800" marR="50800" marT="25400" marB="25400" anchor="ctr">
                    <a:lnL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4EC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D47A1"/>
                          </a:solidFill>
                        </a:rPr>
                        <a:t>16:00-17:00</a:t>
                      </a:r>
                      <a:endParaRPr lang="en-US" sz="700" dirty="0"/>
                    </a:p>
                  </a:txBody>
                  <a:tcPr marL="50800" marR="50800" marT="25400" marB="25400" anchor="ctr">
                    <a:lnL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宏森　駿睿　昱臣</a:t>
                      </a:r>
                      <a:endParaRPr lang="en-US" sz="700" dirty="0"/>
                    </a:p>
                  </a:txBody>
                  <a:tcPr marL="50800" marR="50800" marT="25400" marB="25400" anchor="ctr">
                    <a:lnL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樂樂　Emily　Johnny</a:t>
                      </a:r>
                      <a:endParaRPr lang="en-US" sz="700" dirty="0"/>
                    </a:p>
                  </a:txBody>
                  <a:tcPr marL="50800" marR="50800" marT="25400" marB="25400" anchor="ctr">
                    <a:lnL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愷晴　愷甯　沛沛　棣　皓宸　皓宇　Alice　奕安　言穆</a:t>
                      </a:r>
                      <a:endParaRPr lang="en-US" sz="700" dirty="0"/>
                    </a:p>
                  </a:txBody>
                  <a:tcPr marL="50800" marR="50800" marT="25400" marB="25400" anchor="ctr">
                    <a:lnL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4EC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274320" y="6949440"/>
            <a:ext cx="6949440" cy="36576"/>
          </a:xfrm>
          <a:prstGeom prst="rect">
            <a:avLst/>
          </a:prstGeom>
          <a:solidFill>
            <a:srgbClr val="0D47A1"/>
          </a:solidFill>
          <a:ln/>
        </p:spPr>
      </p:sp>
      <p:sp>
        <p:nvSpPr>
          <p:cNvPr id="7" name="Text 4"/>
          <p:cNvSpPr/>
          <p:nvPr/>
        </p:nvSpPr>
        <p:spPr>
          <a:xfrm>
            <a:off x="274320" y="7132320"/>
            <a:ext cx="6949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47A1"/>
                </a:solidFill>
              </a:rPr>
              <a:t>👥 團體：全班合併 1 班（1 位老師），每人每天 2 堂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137160"/>
            <a:ext cx="6949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47A1"/>
                </a:solidFill>
              </a:rPr>
              <a:t>🔄 口說／寫作 1:1 每日輪值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457200" y="594360"/>
            <a:ext cx="6583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62828"/>
                </a:solidFill>
              </a:rPr>
              <a:t>全員：口說 2 堂（120 分）＋ 寫作 2 堂（120 分）✅</a:t>
            </a:r>
            <a:endParaRPr lang="en-US" sz="1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1005840"/>
          <a:ext cx="722376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777240"/>
                <a:gridCol w="777240"/>
                <a:gridCol w="777240"/>
                <a:gridCol w="777240"/>
                <a:gridCol w="777240"/>
                <a:gridCol w="777240"/>
                <a:gridCol w="777240"/>
                <a:gridCol w="777240"/>
              </a:tblGrid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學員</a:t>
                      </a:r>
                      <a:endParaRPr lang="en-US" sz="700" dirty="0"/>
                    </a:p>
                  </a:txBody>
                  <a:tcPr marL="25400" marR="25400" marT="12700" marB="1270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47A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500" b="1" dirty="0">
                          <a:solidFill>
                            <a:srgbClr val="FFFFFF"/>
                          </a:solidFill>
                        </a:rPr>
                        <a:t>08:00-09:00</a:t>
                      </a:r>
                      <a:endParaRPr lang="en-US" sz="500" dirty="0"/>
                    </a:p>
                  </a:txBody>
                  <a:tcPr marL="25400" marR="25400" marT="12700" marB="1270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5C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500" b="1" dirty="0">
                          <a:solidFill>
                            <a:srgbClr val="FFFFFF"/>
                          </a:solidFill>
                        </a:rPr>
                        <a:t>09:00-10:00</a:t>
                      </a:r>
                      <a:endParaRPr lang="en-US" sz="500" dirty="0"/>
                    </a:p>
                  </a:txBody>
                  <a:tcPr marL="25400" marR="25400" marT="12700" marB="1270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5C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500" b="1" dirty="0">
                          <a:solidFill>
                            <a:srgbClr val="FFFFFF"/>
                          </a:solidFill>
                        </a:rPr>
                        <a:t>10:00-11:00</a:t>
                      </a:r>
                      <a:endParaRPr lang="en-US" sz="500" dirty="0"/>
                    </a:p>
                  </a:txBody>
                  <a:tcPr marL="25400" marR="25400" marT="12700" marB="1270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5C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500" b="1" dirty="0">
                          <a:solidFill>
                            <a:srgbClr val="FFFFFF"/>
                          </a:solidFill>
                        </a:rPr>
                        <a:t>11:00-12:00</a:t>
                      </a:r>
                      <a:endParaRPr lang="en-US" sz="500" dirty="0"/>
                    </a:p>
                  </a:txBody>
                  <a:tcPr marL="25400" marR="25400" marT="12700" marB="1270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5C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500" b="1" dirty="0">
                          <a:solidFill>
                            <a:srgbClr val="FFFFFF"/>
                          </a:solidFill>
                        </a:rPr>
                        <a:t>13:00-14:00</a:t>
                      </a:r>
                      <a:endParaRPr lang="en-US" sz="500" dirty="0"/>
                    </a:p>
                  </a:txBody>
                  <a:tcPr marL="25400" marR="25400" marT="12700" marB="1270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5C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500" b="1" dirty="0">
                          <a:solidFill>
                            <a:srgbClr val="FFFFFF"/>
                          </a:solidFill>
                        </a:rPr>
                        <a:t>14:00-15:00</a:t>
                      </a:r>
                      <a:endParaRPr lang="en-US" sz="500" dirty="0"/>
                    </a:p>
                  </a:txBody>
                  <a:tcPr marL="25400" marR="25400" marT="12700" marB="1270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5C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500" b="1" dirty="0">
                          <a:solidFill>
                            <a:srgbClr val="FFFFFF"/>
                          </a:solidFill>
                        </a:rPr>
                        <a:t>15:00-16:00</a:t>
                      </a:r>
                      <a:endParaRPr lang="en-US" sz="500" dirty="0"/>
                    </a:p>
                  </a:txBody>
                  <a:tcPr marL="25400" marR="25400" marT="12700" marB="1270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5C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500" b="1" dirty="0">
                          <a:solidFill>
                            <a:srgbClr val="FFFFFF"/>
                          </a:solidFill>
                        </a:rPr>
                        <a:t>16:00-17:00</a:t>
                      </a:r>
                      <a:endParaRPr lang="en-US" sz="500" dirty="0"/>
                    </a:p>
                  </a:txBody>
                  <a:tcPr marL="25400" marR="25400" marT="12700" marB="1270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5C0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</a:rPr>
                        <a:t>愷晴</a:t>
                      </a:r>
                      <a:endParaRPr lang="en-US" sz="500" dirty="0"/>
                    </a:p>
                  </a:txBody>
                  <a:tcPr marL="25400" marR="25400" marT="12700" marB="1270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🗣</a:t>
                      </a:r>
                      <a:endParaRPr lang="en-US" sz="600" dirty="0"/>
                    </a:p>
                  </a:txBody>
                  <a:tcPr marL="25400" marR="25400" marT="12700" marB="1270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✏️</a:t>
                      </a:r>
                      <a:endParaRPr lang="en-US" sz="600" dirty="0"/>
                    </a:p>
                  </a:txBody>
                  <a:tcPr marL="25400" marR="25400" marT="12700" marB="1270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✏️</a:t>
                      </a:r>
                      <a:endParaRPr lang="en-US" sz="600" dirty="0"/>
                    </a:p>
                  </a:txBody>
                  <a:tcPr marL="25400" marR="25400" marT="12700" marB="1270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🗣</a:t>
                      </a:r>
                      <a:endParaRPr lang="en-US" sz="600" dirty="0"/>
                    </a:p>
                  </a:txBody>
                  <a:tcPr marL="25400" marR="25400" marT="12700" marB="1270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600" dirty="0"/>
                    </a:p>
                  </a:txBody>
                  <a:tcPr marL="25400" marR="25400" marT="12700" marB="1270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600" dirty="0"/>
                    </a:p>
                  </a:txBody>
                  <a:tcPr marL="25400" marR="25400" marT="12700" marB="1270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600" dirty="0"/>
                    </a:p>
                  </a:txBody>
                  <a:tcPr marL="25400" marR="25400" marT="12700" marB="1270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600" dirty="0"/>
                    </a:p>
                  </a:txBody>
                  <a:tcPr marL="25400" marR="25400" marT="12700" marB="1270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</a:rPr>
                        <a:t>愷甯</a:t>
                      </a:r>
                      <a:endParaRPr lang="en-US" sz="500" dirty="0"/>
                    </a:p>
                  </a:txBody>
                  <a:tcPr marL="25400" marR="25400" marT="12700" marB="1270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🗣</a:t>
                      </a:r>
                      <a:endParaRPr lang="en-US" sz="600" dirty="0"/>
                    </a:p>
                  </a:txBody>
                  <a:tcPr marL="25400" marR="25400" marT="12700" marB="1270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✏️</a:t>
                      </a:r>
                      <a:endParaRPr lang="en-US" sz="600" dirty="0"/>
                    </a:p>
                  </a:txBody>
                  <a:tcPr marL="25400" marR="25400" marT="12700" marB="1270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600" dirty="0"/>
                    </a:p>
                  </a:txBody>
                  <a:tcPr marL="25400" marR="25400" marT="12700" marB="1270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600" dirty="0"/>
                    </a:p>
                  </a:txBody>
                  <a:tcPr marL="25400" marR="25400" marT="12700" marB="1270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🗣</a:t>
                      </a:r>
                      <a:endParaRPr lang="en-US" sz="600" dirty="0"/>
                    </a:p>
                  </a:txBody>
                  <a:tcPr marL="25400" marR="25400" marT="12700" marB="1270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✏️</a:t>
                      </a:r>
                      <a:endParaRPr lang="en-US" sz="600" dirty="0"/>
                    </a:p>
                  </a:txBody>
                  <a:tcPr marL="25400" marR="25400" marT="12700" marB="1270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600" dirty="0"/>
                    </a:p>
                  </a:txBody>
                  <a:tcPr marL="25400" marR="25400" marT="12700" marB="1270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600" dirty="0"/>
                    </a:p>
                  </a:txBody>
                  <a:tcPr marL="25400" marR="25400" marT="12700" marB="1270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</a:rPr>
                        <a:t>沛沛</a:t>
                      </a:r>
                      <a:endParaRPr lang="en-US" sz="500" dirty="0"/>
                    </a:p>
                  </a:txBody>
                  <a:tcPr marL="25400" marR="25400" marT="12700" marB="1270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🗣</a:t>
                      </a:r>
                      <a:endParaRPr lang="en-US" sz="600" dirty="0"/>
                    </a:p>
                  </a:txBody>
                  <a:tcPr marL="25400" marR="25400" marT="12700" marB="1270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✏️</a:t>
                      </a:r>
                      <a:endParaRPr lang="en-US" sz="600" dirty="0"/>
                    </a:p>
                  </a:txBody>
                  <a:tcPr marL="25400" marR="25400" marT="12700" marB="1270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600" dirty="0"/>
                    </a:p>
                  </a:txBody>
                  <a:tcPr marL="25400" marR="25400" marT="12700" marB="1270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600" dirty="0"/>
                    </a:p>
                  </a:txBody>
                  <a:tcPr marL="25400" marR="25400" marT="12700" marB="1270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🗣</a:t>
                      </a:r>
                      <a:endParaRPr lang="en-US" sz="600" dirty="0"/>
                    </a:p>
                  </a:txBody>
                  <a:tcPr marL="25400" marR="25400" marT="12700" marB="1270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✏️</a:t>
                      </a:r>
                      <a:endParaRPr lang="en-US" sz="600" dirty="0"/>
                    </a:p>
                  </a:txBody>
                  <a:tcPr marL="25400" marR="25400" marT="12700" marB="1270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600" dirty="0"/>
                    </a:p>
                  </a:txBody>
                  <a:tcPr marL="25400" marR="25400" marT="12700" marB="1270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600" dirty="0"/>
                    </a:p>
                  </a:txBody>
                  <a:tcPr marL="25400" marR="25400" marT="12700" marB="1270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</a:rPr>
                        <a:t>棣</a:t>
                      </a:r>
                      <a:endParaRPr lang="en-US" sz="500" dirty="0"/>
                    </a:p>
                  </a:txBody>
                  <a:tcPr marL="25400" marR="25400" marT="12700" marB="1270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🗣</a:t>
                      </a:r>
                      <a:endParaRPr lang="en-US" sz="600" dirty="0"/>
                    </a:p>
                  </a:txBody>
                  <a:tcPr marL="25400" marR="25400" marT="12700" marB="1270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✏️</a:t>
                      </a:r>
                      <a:endParaRPr lang="en-US" sz="600" dirty="0"/>
                    </a:p>
                  </a:txBody>
                  <a:tcPr marL="25400" marR="25400" marT="12700" marB="1270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600" dirty="0"/>
                    </a:p>
                  </a:txBody>
                  <a:tcPr marL="25400" marR="25400" marT="12700" marB="1270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600" dirty="0"/>
                    </a:p>
                  </a:txBody>
                  <a:tcPr marL="25400" marR="25400" marT="12700" marB="1270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🗣</a:t>
                      </a:r>
                      <a:endParaRPr lang="en-US" sz="600" dirty="0"/>
                    </a:p>
                  </a:txBody>
                  <a:tcPr marL="25400" marR="25400" marT="12700" marB="1270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✏️</a:t>
                      </a:r>
                      <a:endParaRPr lang="en-US" sz="600" dirty="0"/>
                    </a:p>
                  </a:txBody>
                  <a:tcPr marL="25400" marR="25400" marT="12700" marB="1270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600" dirty="0"/>
                    </a:p>
                  </a:txBody>
                  <a:tcPr marL="25400" marR="25400" marT="12700" marB="1270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600" dirty="0"/>
                    </a:p>
                  </a:txBody>
                  <a:tcPr marL="25400" marR="25400" marT="12700" marB="1270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</a:rPr>
                        <a:t>皓宸</a:t>
                      </a:r>
                      <a:endParaRPr lang="en-US" sz="500" dirty="0"/>
                    </a:p>
                  </a:txBody>
                  <a:tcPr marL="25400" marR="25400" marT="12700" marB="1270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✏️</a:t>
                      </a:r>
                      <a:endParaRPr lang="en-US" sz="600" dirty="0"/>
                    </a:p>
                  </a:txBody>
                  <a:tcPr marL="25400" marR="25400" marT="12700" marB="1270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🗣</a:t>
                      </a:r>
                      <a:endParaRPr lang="en-US" sz="600" dirty="0"/>
                    </a:p>
                  </a:txBody>
                  <a:tcPr marL="25400" marR="25400" marT="12700" marB="1270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600" dirty="0"/>
                    </a:p>
                  </a:txBody>
                  <a:tcPr marL="25400" marR="25400" marT="12700" marB="1270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600" dirty="0"/>
                    </a:p>
                  </a:txBody>
                  <a:tcPr marL="25400" marR="25400" marT="12700" marB="1270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🗣</a:t>
                      </a:r>
                      <a:endParaRPr lang="en-US" sz="600" dirty="0"/>
                    </a:p>
                  </a:txBody>
                  <a:tcPr marL="25400" marR="25400" marT="12700" marB="1270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600" dirty="0"/>
                    </a:p>
                  </a:txBody>
                  <a:tcPr marL="25400" marR="25400" marT="12700" marB="1270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✏️</a:t>
                      </a:r>
                      <a:endParaRPr lang="en-US" sz="600" dirty="0"/>
                    </a:p>
                  </a:txBody>
                  <a:tcPr marL="25400" marR="25400" marT="12700" marB="1270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600" dirty="0"/>
                    </a:p>
                  </a:txBody>
                  <a:tcPr marL="25400" marR="25400" marT="12700" marB="1270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</a:rPr>
                        <a:t>皓宇</a:t>
                      </a:r>
                      <a:endParaRPr lang="en-US" sz="500" dirty="0"/>
                    </a:p>
                  </a:txBody>
                  <a:tcPr marL="25400" marR="25400" marT="12700" marB="1270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✏️</a:t>
                      </a:r>
                      <a:endParaRPr lang="en-US" sz="600" dirty="0"/>
                    </a:p>
                  </a:txBody>
                  <a:tcPr marL="25400" marR="25400" marT="12700" marB="1270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🗣</a:t>
                      </a:r>
                      <a:endParaRPr lang="en-US" sz="600" dirty="0"/>
                    </a:p>
                  </a:txBody>
                  <a:tcPr marL="25400" marR="25400" marT="12700" marB="1270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600" dirty="0"/>
                    </a:p>
                  </a:txBody>
                  <a:tcPr marL="25400" marR="25400" marT="12700" marB="1270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600" dirty="0"/>
                    </a:p>
                  </a:txBody>
                  <a:tcPr marL="25400" marR="25400" marT="12700" marB="1270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✏️</a:t>
                      </a:r>
                      <a:endParaRPr lang="en-US" sz="600" dirty="0"/>
                    </a:p>
                  </a:txBody>
                  <a:tcPr marL="25400" marR="25400" marT="12700" marB="1270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🗣</a:t>
                      </a:r>
                      <a:endParaRPr lang="en-US" sz="600" dirty="0"/>
                    </a:p>
                  </a:txBody>
                  <a:tcPr marL="25400" marR="25400" marT="12700" marB="1270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600" dirty="0"/>
                    </a:p>
                  </a:txBody>
                  <a:tcPr marL="25400" marR="25400" marT="12700" marB="1270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600" dirty="0"/>
                    </a:p>
                  </a:txBody>
                  <a:tcPr marL="25400" marR="25400" marT="12700" marB="1270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</a:rPr>
                        <a:t>Alice</a:t>
                      </a:r>
                      <a:endParaRPr lang="en-US" sz="500" dirty="0"/>
                    </a:p>
                  </a:txBody>
                  <a:tcPr marL="25400" marR="25400" marT="12700" marB="1270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✏️</a:t>
                      </a:r>
                      <a:endParaRPr lang="en-US" sz="600" dirty="0"/>
                    </a:p>
                  </a:txBody>
                  <a:tcPr marL="25400" marR="25400" marT="12700" marB="1270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🗣</a:t>
                      </a:r>
                      <a:endParaRPr lang="en-US" sz="600" dirty="0"/>
                    </a:p>
                  </a:txBody>
                  <a:tcPr marL="25400" marR="25400" marT="12700" marB="1270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600" dirty="0"/>
                    </a:p>
                  </a:txBody>
                  <a:tcPr marL="25400" marR="25400" marT="12700" marB="1270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600" dirty="0"/>
                    </a:p>
                  </a:txBody>
                  <a:tcPr marL="25400" marR="25400" marT="12700" marB="1270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✏️</a:t>
                      </a:r>
                      <a:endParaRPr lang="en-US" sz="600" dirty="0"/>
                    </a:p>
                  </a:txBody>
                  <a:tcPr marL="25400" marR="25400" marT="12700" marB="1270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🗣</a:t>
                      </a:r>
                      <a:endParaRPr lang="en-US" sz="600" dirty="0"/>
                    </a:p>
                  </a:txBody>
                  <a:tcPr marL="25400" marR="25400" marT="12700" marB="1270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600" dirty="0"/>
                    </a:p>
                  </a:txBody>
                  <a:tcPr marL="25400" marR="25400" marT="12700" marB="1270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600" dirty="0"/>
                    </a:p>
                  </a:txBody>
                  <a:tcPr marL="25400" marR="25400" marT="12700" marB="1270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</a:rPr>
                        <a:t>奕安</a:t>
                      </a:r>
                      <a:endParaRPr lang="en-US" sz="500" dirty="0"/>
                    </a:p>
                  </a:txBody>
                  <a:tcPr marL="25400" marR="25400" marT="12700" marB="1270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✏️</a:t>
                      </a:r>
                      <a:endParaRPr lang="en-US" sz="600" dirty="0"/>
                    </a:p>
                  </a:txBody>
                  <a:tcPr marL="25400" marR="25400" marT="12700" marB="1270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🗣</a:t>
                      </a:r>
                      <a:endParaRPr lang="en-US" sz="600" dirty="0"/>
                    </a:p>
                  </a:txBody>
                  <a:tcPr marL="25400" marR="25400" marT="12700" marB="1270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600" dirty="0"/>
                    </a:p>
                  </a:txBody>
                  <a:tcPr marL="25400" marR="25400" marT="12700" marB="1270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600" dirty="0"/>
                    </a:p>
                  </a:txBody>
                  <a:tcPr marL="25400" marR="25400" marT="12700" marB="1270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✏️</a:t>
                      </a:r>
                      <a:endParaRPr lang="en-US" sz="600" dirty="0"/>
                    </a:p>
                  </a:txBody>
                  <a:tcPr marL="25400" marR="25400" marT="12700" marB="1270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🗣</a:t>
                      </a:r>
                      <a:endParaRPr lang="en-US" sz="600" dirty="0"/>
                    </a:p>
                  </a:txBody>
                  <a:tcPr marL="25400" marR="25400" marT="12700" marB="1270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600" dirty="0"/>
                    </a:p>
                  </a:txBody>
                  <a:tcPr marL="25400" marR="25400" marT="12700" marB="1270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600" dirty="0"/>
                    </a:p>
                  </a:txBody>
                  <a:tcPr marL="25400" marR="25400" marT="12700" marB="1270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</a:rPr>
                        <a:t>言穆</a:t>
                      </a:r>
                      <a:endParaRPr lang="en-US" sz="500" dirty="0"/>
                    </a:p>
                  </a:txBody>
                  <a:tcPr marL="25400" marR="25400" marT="12700" marB="1270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600" dirty="0"/>
                    </a:p>
                  </a:txBody>
                  <a:tcPr marL="25400" marR="25400" marT="12700" marB="1270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600" dirty="0"/>
                    </a:p>
                  </a:txBody>
                  <a:tcPr marL="25400" marR="25400" marT="12700" marB="1270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🗣</a:t>
                      </a:r>
                      <a:endParaRPr lang="en-US" sz="600" dirty="0"/>
                    </a:p>
                  </a:txBody>
                  <a:tcPr marL="25400" marR="25400" marT="12700" marB="1270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✏️</a:t>
                      </a:r>
                      <a:endParaRPr lang="en-US" sz="600" dirty="0"/>
                    </a:p>
                  </a:txBody>
                  <a:tcPr marL="25400" marR="25400" marT="12700" marB="1270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✏️</a:t>
                      </a:r>
                      <a:endParaRPr lang="en-US" sz="600" dirty="0"/>
                    </a:p>
                  </a:txBody>
                  <a:tcPr marL="25400" marR="25400" marT="12700" marB="1270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600" dirty="0"/>
                    </a:p>
                  </a:txBody>
                  <a:tcPr marL="25400" marR="25400" marT="12700" marB="1270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🗣</a:t>
                      </a:r>
                      <a:endParaRPr lang="en-US" sz="600" dirty="0"/>
                    </a:p>
                  </a:txBody>
                  <a:tcPr marL="25400" marR="25400" marT="12700" marB="1270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600" dirty="0"/>
                    </a:p>
                  </a:txBody>
                  <a:tcPr marL="25400" marR="25400" marT="12700" marB="1270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</a:rPr>
                        <a:t>樂樂</a:t>
                      </a:r>
                      <a:endParaRPr lang="en-US" sz="500" dirty="0"/>
                    </a:p>
                  </a:txBody>
                  <a:tcPr marL="25400" marR="25400" marT="12700" marB="1270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600" dirty="0"/>
                    </a:p>
                  </a:txBody>
                  <a:tcPr marL="25400" marR="25400" marT="12700" marB="1270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600" dirty="0"/>
                    </a:p>
                  </a:txBody>
                  <a:tcPr marL="25400" marR="25400" marT="12700" marB="1270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🗣</a:t>
                      </a:r>
                      <a:endParaRPr lang="en-US" sz="600" dirty="0"/>
                    </a:p>
                  </a:txBody>
                  <a:tcPr marL="25400" marR="25400" marT="12700" marB="1270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✏️</a:t>
                      </a:r>
                      <a:endParaRPr lang="en-US" sz="600" dirty="0"/>
                    </a:p>
                  </a:txBody>
                  <a:tcPr marL="25400" marR="25400" marT="12700" marB="1270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600" dirty="0"/>
                    </a:p>
                  </a:txBody>
                  <a:tcPr marL="25400" marR="25400" marT="12700" marB="1270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600" dirty="0"/>
                    </a:p>
                  </a:txBody>
                  <a:tcPr marL="25400" marR="25400" marT="12700" marB="1270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🗣</a:t>
                      </a:r>
                      <a:endParaRPr lang="en-US" sz="600" dirty="0"/>
                    </a:p>
                  </a:txBody>
                  <a:tcPr marL="25400" marR="25400" marT="12700" marB="1270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✏️</a:t>
                      </a:r>
                      <a:endParaRPr lang="en-US" sz="600" dirty="0"/>
                    </a:p>
                  </a:txBody>
                  <a:tcPr marL="25400" marR="25400" marT="12700" marB="1270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D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</a:rPr>
                        <a:t>Emily</a:t>
                      </a:r>
                      <a:endParaRPr lang="en-US" sz="500" dirty="0"/>
                    </a:p>
                  </a:txBody>
                  <a:tcPr marL="25400" marR="25400" marT="12700" marB="1270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600" dirty="0"/>
                    </a:p>
                  </a:txBody>
                  <a:tcPr marL="25400" marR="25400" marT="12700" marB="1270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600" dirty="0"/>
                    </a:p>
                  </a:txBody>
                  <a:tcPr marL="25400" marR="25400" marT="12700" marB="1270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🗣</a:t>
                      </a:r>
                      <a:endParaRPr lang="en-US" sz="600" dirty="0"/>
                    </a:p>
                  </a:txBody>
                  <a:tcPr marL="25400" marR="25400" marT="12700" marB="1270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✏️</a:t>
                      </a:r>
                      <a:endParaRPr lang="en-US" sz="600" dirty="0"/>
                    </a:p>
                  </a:txBody>
                  <a:tcPr marL="25400" marR="25400" marT="12700" marB="1270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600" dirty="0"/>
                    </a:p>
                  </a:txBody>
                  <a:tcPr marL="25400" marR="25400" marT="12700" marB="1270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600" dirty="0"/>
                    </a:p>
                  </a:txBody>
                  <a:tcPr marL="25400" marR="25400" marT="12700" marB="1270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🗣</a:t>
                      </a:r>
                      <a:endParaRPr lang="en-US" sz="600" dirty="0"/>
                    </a:p>
                  </a:txBody>
                  <a:tcPr marL="25400" marR="25400" marT="12700" marB="1270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✏️</a:t>
                      </a:r>
                      <a:endParaRPr lang="en-US" sz="600" dirty="0"/>
                    </a:p>
                  </a:txBody>
                  <a:tcPr marL="25400" marR="25400" marT="12700" marB="1270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D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</a:rPr>
                        <a:t>Johnny</a:t>
                      </a:r>
                      <a:endParaRPr lang="en-US" sz="500" dirty="0"/>
                    </a:p>
                  </a:txBody>
                  <a:tcPr marL="25400" marR="25400" marT="12700" marB="1270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600" dirty="0"/>
                    </a:p>
                  </a:txBody>
                  <a:tcPr marL="25400" marR="25400" marT="12700" marB="1270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600" dirty="0"/>
                    </a:p>
                  </a:txBody>
                  <a:tcPr marL="25400" marR="25400" marT="12700" marB="1270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🗣</a:t>
                      </a:r>
                      <a:endParaRPr lang="en-US" sz="600" dirty="0"/>
                    </a:p>
                  </a:txBody>
                  <a:tcPr marL="25400" marR="25400" marT="12700" marB="1270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✏️</a:t>
                      </a:r>
                      <a:endParaRPr lang="en-US" sz="600" dirty="0"/>
                    </a:p>
                  </a:txBody>
                  <a:tcPr marL="25400" marR="25400" marT="12700" marB="1270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600" dirty="0"/>
                    </a:p>
                  </a:txBody>
                  <a:tcPr marL="25400" marR="25400" marT="12700" marB="1270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600" dirty="0"/>
                    </a:p>
                  </a:txBody>
                  <a:tcPr marL="25400" marR="25400" marT="12700" marB="1270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🗣</a:t>
                      </a:r>
                      <a:endParaRPr lang="en-US" sz="600" dirty="0"/>
                    </a:p>
                  </a:txBody>
                  <a:tcPr marL="25400" marR="25400" marT="12700" marB="1270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✏️</a:t>
                      </a:r>
                      <a:endParaRPr lang="en-US" sz="600" dirty="0"/>
                    </a:p>
                  </a:txBody>
                  <a:tcPr marL="25400" marR="25400" marT="12700" marB="1270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D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</a:rPr>
                        <a:t>宏森</a:t>
                      </a:r>
                      <a:endParaRPr lang="en-US" sz="500" dirty="0"/>
                    </a:p>
                  </a:txBody>
                  <a:tcPr marL="25400" marR="25400" marT="12700" marB="1270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600" dirty="0"/>
                    </a:p>
                  </a:txBody>
                  <a:tcPr marL="25400" marR="25400" marT="12700" marB="1270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600" dirty="0"/>
                    </a:p>
                  </a:txBody>
                  <a:tcPr marL="25400" marR="25400" marT="12700" marB="1270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✏️</a:t>
                      </a:r>
                      <a:endParaRPr lang="en-US" sz="600" dirty="0"/>
                    </a:p>
                  </a:txBody>
                  <a:tcPr marL="25400" marR="25400" marT="12700" marB="1270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🗣</a:t>
                      </a:r>
                      <a:endParaRPr lang="en-US" sz="600" dirty="0"/>
                    </a:p>
                  </a:txBody>
                  <a:tcPr marL="25400" marR="25400" marT="12700" marB="1270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600" dirty="0"/>
                    </a:p>
                  </a:txBody>
                  <a:tcPr marL="25400" marR="25400" marT="12700" marB="1270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600" dirty="0"/>
                    </a:p>
                  </a:txBody>
                  <a:tcPr marL="25400" marR="25400" marT="12700" marB="1270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✏️</a:t>
                      </a:r>
                      <a:endParaRPr lang="en-US" sz="600" dirty="0"/>
                    </a:p>
                  </a:txBody>
                  <a:tcPr marL="25400" marR="25400" marT="12700" marB="1270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🗣</a:t>
                      </a:r>
                      <a:endParaRPr lang="en-US" sz="600" dirty="0"/>
                    </a:p>
                  </a:txBody>
                  <a:tcPr marL="25400" marR="25400" marT="12700" marB="1270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</a:rPr>
                        <a:t>駿睿</a:t>
                      </a:r>
                      <a:endParaRPr lang="en-US" sz="500" dirty="0"/>
                    </a:p>
                  </a:txBody>
                  <a:tcPr marL="25400" marR="25400" marT="12700" marB="1270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600" dirty="0"/>
                    </a:p>
                  </a:txBody>
                  <a:tcPr marL="25400" marR="25400" marT="12700" marB="1270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600" dirty="0"/>
                    </a:p>
                  </a:txBody>
                  <a:tcPr marL="25400" marR="25400" marT="12700" marB="1270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✏️</a:t>
                      </a:r>
                      <a:endParaRPr lang="en-US" sz="600" dirty="0"/>
                    </a:p>
                  </a:txBody>
                  <a:tcPr marL="25400" marR="25400" marT="12700" marB="1270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🗣</a:t>
                      </a:r>
                      <a:endParaRPr lang="en-US" sz="600" dirty="0"/>
                    </a:p>
                  </a:txBody>
                  <a:tcPr marL="25400" marR="25400" marT="12700" marB="1270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600" dirty="0"/>
                    </a:p>
                  </a:txBody>
                  <a:tcPr marL="25400" marR="25400" marT="12700" marB="1270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600" dirty="0"/>
                    </a:p>
                  </a:txBody>
                  <a:tcPr marL="25400" marR="25400" marT="12700" marB="1270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✏️</a:t>
                      </a:r>
                      <a:endParaRPr lang="en-US" sz="600" dirty="0"/>
                    </a:p>
                  </a:txBody>
                  <a:tcPr marL="25400" marR="25400" marT="12700" marB="1270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🗣</a:t>
                      </a:r>
                      <a:endParaRPr lang="en-US" sz="600" dirty="0"/>
                    </a:p>
                  </a:txBody>
                  <a:tcPr marL="25400" marR="25400" marT="12700" marB="1270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</a:rPr>
                        <a:t>昱臣</a:t>
                      </a:r>
                      <a:endParaRPr lang="en-US" sz="500" dirty="0"/>
                    </a:p>
                  </a:txBody>
                  <a:tcPr marL="25400" marR="25400" marT="12700" marB="1270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600" dirty="0"/>
                    </a:p>
                  </a:txBody>
                  <a:tcPr marL="25400" marR="25400" marT="12700" marB="1270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600" dirty="0"/>
                    </a:p>
                  </a:txBody>
                  <a:tcPr marL="25400" marR="25400" marT="12700" marB="1270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✏️</a:t>
                      </a:r>
                      <a:endParaRPr lang="en-US" sz="600" dirty="0"/>
                    </a:p>
                  </a:txBody>
                  <a:tcPr marL="25400" marR="25400" marT="12700" marB="1270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🗣</a:t>
                      </a:r>
                      <a:endParaRPr lang="en-US" sz="600" dirty="0"/>
                    </a:p>
                  </a:txBody>
                  <a:tcPr marL="25400" marR="25400" marT="12700" marB="1270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600" dirty="0"/>
                    </a:p>
                  </a:txBody>
                  <a:tcPr marL="25400" marR="25400" marT="12700" marB="1270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600" dirty="0"/>
                    </a:p>
                  </a:txBody>
                  <a:tcPr marL="25400" marR="25400" marT="12700" marB="1270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✏️</a:t>
                      </a:r>
                      <a:endParaRPr lang="en-US" sz="600" dirty="0"/>
                    </a:p>
                  </a:txBody>
                  <a:tcPr marL="25400" marR="25400" marT="12700" marB="1270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🗣</a:t>
                      </a:r>
                      <a:endParaRPr lang="en-US" sz="600" dirty="0"/>
                    </a:p>
                  </a:txBody>
                  <a:tcPr marL="25400" marR="25400" marT="12700" marB="1270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182880" y="4754880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</a:rPr>
              <a:t>🗣＝口說　✏️＝寫作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182880" y="5120640"/>
            <a:ext cx="7132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</a:rPr>
              <a:t>✅ 每人皆口說×2＋寫作×2：愷晴(2+2)　愷甯(2+2)　沛沛(2+2)　棣(2+2)　皓宸(2+2)　皓宇(2+2)　Alice(2+2)　奕安(2+2)　言穆(2+2)　樂樂(2+2)　Emily(2+2)　Johnny(2+2)　宏森(2+2)　駿睿(2+2)　昱臣(2+2)</a:t>
            </a:r>
            <a:endParaRPr lang="en-US" sz="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137160"/>
            <a:ext cx="6949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47A1"/>
                </a:solidFill>
              </a:rPr>
              <a:t>📅 每日上課日曆</a:t>
            </a:r>
            <a:endParaRPr lang="en-US" sz="18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822960"/>
          <a:ext cx="694944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57200"/>
                <a:gridCol w="3108960"/>
                <a:gridCol w="731520"/>
                <a:gridCol w="23774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日期</a:t>
                      </a:r>
                      <a:endParaRPr lang="en-US" sz="10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47A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星期</a:t>
                      </a:r>
                      <a:endParaRPr lang="en-US" sz="10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47A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上午 ①~④</a:t>
                      </a:r>
                      <a:endParaRPr lang="en-US" sz="900" dirty="0"/>
                    </a:p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08:00-12:00</a:t>
                      </a:r>
                      <a:endParaRPr lang="en-US" sz="9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47A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午休</a:t>
                      </a:r>
                      <a:endParaRPr lang="en-US" sz="9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47A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下午 ⑤~⑧</a:t>
                      </a:r>
                      <a:endParaRPr lang="en-US" sz="900" dirty="0"/>
                    </a:p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13:00-17:00</a:t>
                      </a:r>
                      <a:endParaRPr lang="en-US" sz="9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47A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</a:rPr>
                        <a:t>7/2</a:t>
                      </a:r>
                      <a:endParaRPr lang="en-US" sz="10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四</a:t>
                      </a:r>
                      <a:endParaRPr lang="en-US" sz="10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口說1:1×2＋寫作1:1×1＋團體×1</a:t>
                      </a:r>
                      <a:endParaRPr lang="en-US" sz="8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午餐</a:t>
                      </a:r>
                      <a:endParaRPr lang="en-US" sz="9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口說1:1×1＋寫作1:1×1＋團體×1＋自修×1</a:t>
                      </a:r>
                      <a:endParaRPr lang="en-US" sz="8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</a:rPr>
                        <a:t>7/3</a:t>
                      </a:r>
                      <a:endParaRPr lang="en-US" sz="10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五</a:t>
                      </a:r>
                      <a:endParaRPr lang="en-US" sz="10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同上</a:t>
                      </a:r>
                      <a:endParaRPr lang="en-US" sz="9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午餐</a:t>
                      </a:r>
                      <a:endParaRPr lang="en-US" sz="9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同上</a:t>
                      </a:r>
                      <a:endParaRPr lang="en-US" sz="9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</a:rPr>
                        <a:t>7/6</a:t>
                      </a:r>
                      <a:endParaRPr lang="en-US" sz="10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一</a:t>
                      </a:r>
                      <a:endParaRPr lang="en-US" sz="10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同上</a:t>
                      </a:r>
                      <a:endParaRPr lang="en-US" sz="9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午餐</a:t>
                      </a:r>
                      <a:endParaRPr lang="en-US" sz="9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同上</a:t>
                      </a:r>
                      <a:endParaRPr lang="en-US" sz="9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</a:rPr>
                        <a:t>7/7</a:t>
                      </a:r>
                      <a:endParaRPr lang="en-US" sz="10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二</a:t>
                      </a:r>
                      <a:endParaRPr lang="en-US" sz="10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同上</a:t>
                      </a:r>
                      <a:endParaRPr lang="en-US" sz="9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午餐</a:t>
                      </a:r>
                      <a:endParaRPr lang="en-US" sz="9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同上</a:t>
                      </a:r>
                      <a:endParaRPr lang="en-US" sz="9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</a:rPr>
                        <a:t>7/8</a:t>
                      </a:r>
                      <a:endParaRPr lang="en-US" sz="10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三</a:t>
                      </a:r>
                      <a:endParaRPr lang="en-US" sz="10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同上</a:t>
                      </a:r>
                      <a:endParaRPr lang="en-US" sz="9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午餐</a:t>
                      </a:r>
                      <a:endParaRPr lang="en-US" sz="9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同上</a:t>
                      </a:r>
                      <a:endParaRPr lang="en-US" sz="9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</a:rPr>
                        <a:t>7/9</a:t>
                      </a:r>
                      <a:endParaRPr lang="en-US" sz="10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四</a:t>
                      </a:r>
                      <a:endParaRPr lang="en-US" sz="10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同上</a:t>
                      </a:r>
                      <a:endParaRPr lang="en-US" sz="9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午餐</a:t>
                      </a:r>
                      <a:endParaRPr lang="en-US" sz="9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同上</a:t>
                      </a:r>
                      <a:endParaRPr lang="en-US" sz="9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</a:rPr>
                        <a:t>7/10</a:t>
                      </a:r>
                      <a:endParaRPr lang="en-US" sz="10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五</a:t>
                      </a:r>
                      <a:endParaRPr lang="en-US" sz="10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同上</a:t>
                      </a:r>
                      <a:endParaRPr lang="en-US" sz="9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午餐</a:t>
                      </a:r>
                      <a:endParaRPr lang="en-US" sz="9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同上</a:t>
                      </a:r>
                      <a:endParaRPr lang="en-US" sz="9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0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457200" y="5394960"/>
            <a:ext cx="6583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88888"/>
                </a:solidFill>
              </a:rPr>
              <a:t>週六（7/4）週日（7/5）休息不上課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2026-06-23T18:12:07Z</dcterms:created>
  <dcterms:modified xsi:type="dcterms:W3CDTF">2026-06-23T18:12:07Z</dcterms:modified>
</cp:coreProperties>
</file>