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59345" cy="10687507"/>
  <p:notesSz cx="10687507" cy="755934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47A1"/>
                </a:solidFill>
              </a:rPr>
              <a:t>宿霧英語研修 學員總課表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學習期間：7/2（四）～ 7/10（五）・週一至五・共 7 個上課日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師資 10 位（1:1×8 ＋ 團體×2）　學員 15 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6583680" cy="36576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7A1"/>
                </a:solidFill>
              </a:rPr>
              <a:t>每日每人課程配置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4480560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堂數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時數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1:1 個別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 堂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 分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團體課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堂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 分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自修／休息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堂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 分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669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愷晴・愷甯・沛沛・棣・皓宸・皓宇・Alice・奕安・言穆・樂樂・Emily・Johnny・宏森・駿睿・昱臣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91440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鹿鹿fun學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</a:rPr>
              <a:t>⏰ 每日課表（每堂 50 分鐘）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08:00–12:00（4 堂）・午餐 12:00–13:00・13:00–17:00（4 堂）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7607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時段</a:t>
                      </a:r>
                      <a:endParaRPr lang="en-US" sz="900" dirty="0"/>
                    </a:p>
                  </a:txBody>
                  <a:tcPr marL="76200" marR="76200" marT="25400" marB="2540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1:1 學員（①③⑤⑦→8人；②④⑥⑧→7人）</a:t>
                      </a:r>
                      <a:endParaRPr lang="en-US" sz="700" dirty="0"/>
                    </a:p>
                  </a:txBody>
                  <a:tcPr marL="76200" marR="76200" marT="25400" marB="25400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D47A1"/>
                          </a:solidFill>
                        </a:rPr>
                        <a:t>08:00-08:50</a:t>
                      </a:r>
                      <a:endParaRPr lang="en-US" sz="7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愷晴　愷甯　沛沛　棣　皓宸　皓宇　Alice　奕安</a:t>
                      </a:r>
                      <a:endParaRPr lang="en-US" sz="8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D47A1"/>
                          </a:solidFill>
                        </a:rPr>
                        <a:t>09:00-09:50</a:t>
                      </a:r>
                      <a:endParaRPr lang="en-US" sz="7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言穆　樂樂　Emily　Johnny　宏森　駿睿　昱臣</a:t>
                      </a:r>
                      <a:endParaRPr lang="en-US" sz="8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D47A1"/>
                          </a:solidFill>
                        </a:rPr>
                        <a:t>10:00-10:50</a:t>
                      </a:r>
                      <a:endParaRPr lang="en-US" sz="7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愷晴　愷甯　沛沛　棣　皓宸　皓宇　Alice　奕安</a:t>
                      </a:r>
                      <a:endParaRPr lang="en-US" sz="8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D47A1"/>
                          </a:solidFill>
                        </a:rPr>
                        <a:t>11:00-11:50</a:t>
                      </a:r>
                      <a:endParaRPr lang="en-US" sz="7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言穆　樂樂　Emily　Johnny　宏森　駿睿　昱臣</a:t>
                      </a:r>
                      <a:endParaRPr lang="en-US" sz="8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D47A1"/>
                          </a:solidFill>
                        </a:rPr>
                        <a:t>13:00-13:50</a:t>
                      </a:r>
                      <a:endParaRPr lang="en-US" sz="7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愷晴　愷甯　沛沛　棣　皓宸　皓宇　Alice　奕安</a:t>
                      </a:r>
                      <a:endParaRPr lang="en-US" sz="8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D47A1"/>
                          </a:solidFill>
                        </a:rPr>
                        <a:t>14:00-14:50</a:t>
                      </a:r>
                      <a:endParaRPr lang="en-US" sz="7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言穆　樂樂　Emily　Johnny　宏森　駿睿　昱臣</a:t>
                      </a:r>
                      <a:endParaRPr lang="en-US" sz="8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D47A1"/>
                          </a:solidFill>
                        </a:rPr>
                        <a:t>15:00-15:50</a:t>
                      </a:r>
                      <a:endParaRPr lang="en-US" sz="7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愷晴　愷甯　沛沛　棣　皓宸　皓宇　Alice　奕安</a:t>
                      </a:r>
                      <a:endParaRPr lang="en-US" sz="8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D47A1"/>
                          </a:solidFill>
                        </a:rPr>
                        <a:t>16:00-16:50</a:t>
                      </a:r>
                      <a:endParaRPr lang="en-US" sz="7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言穆　樂樂　Emily　Johnny　宏森　駿睿　昱臣</a:t>
                      </a:r>
                      <a:endParaRPr lang="en-US" sz="800" dirty="0"/>
                    </a:p>
                  </a:txBody>
                  <a:tcPr marL="76200" marR="76200" marT="25400" marB="2540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6400800"/>
            <a:ext cx="6949440" cy="36576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5836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</a:rPr>
              <a:t>👥 團體分組（各由一位老師負責）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949440"/>
          <a:ext cx="6583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0292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組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成員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人數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G1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愷晴、愷甯、沛沛、棣、皓宸、皓宇、Alice、奕安</a:t>
                      </a:r>
                      <a:endParaRPr lang="en-US" sz="9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 人</a:t>
                      </a:r>
                      <a:endParaRPr lang="en-US" sz="9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G2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言穆、樂樂、Emily、Johnny、宏森、駿睿、昱臣</a:t>
                      </a:r>
                      <a:endParaRPr lang="en-US" sz="9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 人</a:t>
                      </a:r>
                      <a:endParaRPr lang="en-US" sz="9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77724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團體課每人每天 2 堂（100 分），安排於未輪到 1:1 之時段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</a:rPr>
              <a:t>🔄 1:1 每日輪值表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全員每天 1:1 × 4 堂（200 分）✅　公平輪值，無人多堂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05840"/>
          <a:ext cx="72237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學員</a:t>
                      </a:r>
                      <a:endParaRPr lang="en-US" sz="8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08:00-08:50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09:00-09:50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10:00-10:50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11:00-11:50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13:00-13:50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14:00-14:50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15:00-15:50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16:00-16:50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愷晴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愷甯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沛沛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棣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皓宸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皓宇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Alice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奕安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言穆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樂樂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Emily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Johnny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宏森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駿睿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昱臣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999999"/>
                          </a:solidFill>
                        </a:rPr>
                        <a:t>▸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1:1</a:t>
                      </a:r>
                      <a:endParaRPr lang="en-US" sz="600" dirty="0"/>
                    </a:p>
                  </a:txBody>
                  <a:tcPr marL="25400" marR="25400" marT="12700" marB="1270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8463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✅ 每人 1:1 堂數：愷晴×4　愷甯×4　沛沛×4　棣×4　皓宸×4　皓宇×4　Alice×4　奕安×4　言穆×4　樂樂×4　Emily×4　Johnny×4　宏森×4　駿睿×4　昱臣×4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</a:rPr>
              <a:t>📅 每日上課日曆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6949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"/>
                <a:gridCol w="2743200"/>
                <a:gridCol w="9144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日期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星期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上午 ①~④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08:00-11:50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午休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下午 ⑤~⑧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13:00-16:50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7/2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四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1:1×2 + 團體×1 + 自修×1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午餐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1:1×2 + 團體×1 + 自修×1</a:t>
                      </a:r>
                      <a:endParaRPr lang="en-US" sz="8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7/3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五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午餐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7/6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一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午餐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7/7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二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午餐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7/8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三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午餐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7/9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四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午餐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7/10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五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午餐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同上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3949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週六（7/4）週日（7/5）休息不上課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2026-06-23T18:02:24Z</dcterms:created>
  <dcterms:modified xsi:type="dcterms:W3CDTF">2026-06-23T18:02:24Z</dcterms:modified>
</cp:coreProperties>
</file>